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3" r:id="rId10"/>
    <p:sldId id="264" r:id="rId11"/>
    <p:sldId id="284" r:id="rId12"/>
    <p:sldId id="265" r:id="rId13"/>
    <p:sldId id="266" r:id="rId14"/>
    <p:sldId id="267" r:id="rId15"/>
    <p:sldId id="271" r:id="rId16"/>
    <p:sldId id="268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24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98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414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08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044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00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617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490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011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988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67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866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9786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41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9018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6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EABE0-20CC-4C3B-BF58-326483BD11B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1BAD878-0DE1-4855-AAB7-36353D194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065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7F72F-26FD-41C4-3838-EE7516444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657" y="326571"/>
            <a:ext cx="10101943" cy="2024743"/>
          </a:xfrm>
        </p:spPr>
        <p:txBody>
          <a:bodyPr/>
          <a:lstStyle/>
          <a:p>
            <a:pPr algn="ctr"/>
            <a:r>
              <a:rPr lang="en-US" b="1" dirty="0"/>
              <a:t>Daily Mood Tracker Dairy</a:t>
            </a:r>
            <a:br>
              <a:rPr lang="en-US" b="1" dirty="0"/>
            </a:br>
            <a:r>
              <a:rPr lang="en-US" b="1" dirty="0"/>
              <a:t> with Thoughtful UI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63D92-D886-B3B4-8C91-6A2B3469A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571" y="2351314"/>
            <a:ext cx="10101943" cy="3450772"/>
          </a:xfrm>
        </p:spPr>
        <p:txBody>
          <a:bodyPr/>
          <a:lstStyle/>
          <a:p>
            <a:endParaRPr lang="en-US" dirty="0"/>
          </a:p>
          <a:p>
            <a:pPr algn="l"/>
            <a:r>
              <a:rPr lang="en-US" sz="2800" dirty="0"/>
              <a:t>Name :  Venigalla Kiranmai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/>
              <a:t>Internship :  </a:t>
            </a:r>
            <a:r>
              <a:rPr lang="en-US" sz="2800" dirty="0" err="1"/>
              <a:t>BlackBugs</a:t>
            </a:r>
            <a:endParaRPr lang="en-US" sz="2800" dirty="0"/>
          </a:p>
          <a:p>
            <a:pPr algn="l"/>
            <a:endParaRPr lang="en-US" sz="2800" dirty="0"/>
          </a:p>
          <a:p>
            <a:pPr algn="l"/>
            <a:r>
              <a:rPr lang="en-US" sz="2800" dirty="0"/>
              <a:t>Domain  :  Mobile Application Development</a:t>
            </a:r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79916-B662-F2B1-8534-540A369B2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316" y="2237014"/>
            <a:ext cx="4093027" cy="258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775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DDA6B-F858-5F42-D57D-4A3B82B3E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8103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u="sng" dirty="0"/>
              <a:t>Introduction :</a:t>
            </a:r>
            <a:endParaRPr lang="en-IN" sz="40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D2F7C-2E4C-0CEC-6F9F-9F0CC70F2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0943"/>
            <a:ext cx="10515600" cy="4076020"/>
          </a:xfrm>
        </p:spPr>
        <p:txBody>
          <a:bodyPr>
            <a:normAutofit/>
          </a:bodyPr>
          <a:lstStyle/>
          <a:p>
            <a:r>
              <a:rPr lang="en-US" sz="3600" dirty="0"/>
              <a:t>This project is a mobile application</a:t>
            </a:r>
          </a:p>
          <a:p>
            <a:r>
              <a:rPr lang="en-US" sz="3600" dirty="0"/>
              <a:t>It helps users track their daily mood</a:t>
            </a:r>
          </a:p>
          <a:p>
            <a:r>
              <a:rPr lang="en-US" sz="3600" dirty="0"/>
              <a:t>Users can write personal diary entries</a:t>
            </a:r>
          </a:p>
          <a:p>
            <a:r>
              <a:rPr lang="en-US" sz="3600" dirty="0"/>
              <a:t>It improves mental well-being</a:t>
            </a: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F5AA6-B6D1-8334-43FC-D287BA1D1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514" y="2242457"/>
            <a:ext cx="2068285" cy="261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476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5CE20-424A-5EDB-3557-1FAEB78C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16638"/>
            <a:ext cx="8596668" cy="1491132"/>
          </a:xfrm>
        </p:spPr>
        <p:txBody>
          <a:bodyPr>
            <a:normAutofit/>
          </a:bodyPr>
          <a:lstStyle/>
          <a:p>
            <a:r>
              <a:rPr lang="en-US" sz="4000" b="1" dirty="0"/>
              <a:t>Objective 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EF0AF-1427-BDF0-0D3D-291A38252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514" y="2160589"/>
            <a:ext cx="8806542" cy="3880773"/>
          </a:xfrm>
        </p:spPr>
        <p:txBody>
          <a:bodyPr>
            <a:normAutofit/>
          </a:bodyPr>
          <a:lstStyle/>
          <a:p>
            <a:r>
              <a:rPr lang="en-US" sz="3600" dirty="0"/>
              <a:t>To develop a user-friendly mobile app</a:t>
            </a:r>
          </a:p>
          <a:p>
            <a:r>
              <a:rPr lang="en-US" sz="3600" dirty="0"/>
              <a:t>To track daily emotions</a:t>
            </a:r>
          </a:p>
          <a:p>
            <a:r>
              <a:rPr lang="en-US" sz="3600" dirty="0"/>
              <a:t>To store diary entries</a:t>
            </a:r>
          </a:p>
          <a:p>
            <a:r>
              <a:rPr lang="en-US" sz="3600" dirty="0"/>
              <a:t>To analyze mood patterns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85103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4D4F-D2B8-D32F-B30F-516B4819B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10342"/>
            <a:ext cx="8596668" cy="820057"/>
          </a:xfrm>
        </p:spPr>
        <p:txBody>
          <a:bodyPr>
            <a:normAutofit/>
          </a:bodyPr>
          <a:lstStyle/>
          <a:p>
            <a:r>
              <a:rPr lang="en-US" sz="4000" b="1" dirty="0"/>
              <a:t>Problem Statement 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FB0A7-132B-C83A-E7A6-AAD30A443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771" y="2351314"/>
            <a:ext cx="8762999" cy="3690048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People do not track their daily emotions</a:t>
            </a:r>
          </a:p>
          <a:p>
            <a:pPr algn="just"/>
            <a:r>
              <a:rPr lang="en-US" sz="3600" dirty="0"/>
              <a:t>No simple app combining mood + diary</a:t>
            </a:r>
          </a:p>
          <a:p>
            <a:pPr algn="just"/>
            <a:r>
              <a:rPr lang="en-US" sz="3600" dirty="0"/>
              <a:t>Difficult to analyze emotional patterns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03159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68AAB-6B1F-9215-F059-7CE77B22B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34142"/>
            <a:ext cx="8596668" cy="896257"/>
          </a:xfrm>
        </p:spPr>
        <p:txBody>
          <a:bodyPr>
            <a:normAutofit/>
          </a:bodyPr>
          <a:lstStyle/>
          <a:p>
            <a:r>
              <a:rPr lang="en-US" sz="4000" b="1" dirty="0"/>
              <a:t>Solution 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3A004-EA8A-3276-18E5-781A9018F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628" y="2160589"/>
            <a:ext cx="8697685" cy="3880773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Developed a mobile app for mood tracking</a:t>
            </a:r>
          </a:p>
          <a:p>
            <a:r>
              <a:rPr lang="en-US" sz="3600" dirty="0"/>
              <a:t>Simple emoji-based mood selection</a:t>
            </a:r>
          </a:p>
          <a:p>
            <a:r>
              <a:rPr lang="en-US" sz="3600" dirty="0"/>
              <a:t>Diary writing feature</a:t>
            </a:r>
          </a:p>
          <a:p>
            <a:r>
              <a:rPr lang="en-US" sz="3600" dirty="0"/>
              <a:t>Visual analytics using charts</a:t>
            </a:r>
          </a:p>
          <a:p>
            <a:pPr marL="0" indent="0" algn="ctr">
              <a:buNone/>
            </a:pPr>
            <a:r>
              <a:rPr lang="en-US" sz="3600" dirty="0"/>
              <a:t>😊  😢  😡  😃  😴  😐</a:t>
            </a:r>
          </a:p>
        </p:txBody>
      </p:sp>
    </p:spTree>
    <p:extLst>
      <p:ext uri="{BB962C8B-B14F-4D97-AF65-F5344CB8AC3E}">
        <p14:creationId xmlns:p14="http://schemas.microsoft.com/office/powerpoint/2010/main" val="3949571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6998D-0484-C705-A465-9F9D806B9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77686"/>
            <a:ext cx="8596668" cy="852714"/>
          </a:xfrm>
        </p:spPr>
        <p:txBody>
          <a:bodyPr>
            <a:normAutofit/>
          </a:bodyPr>
          <a:lstStyle/>
          <a:p>
            <a:r>
              <a:rPr lang="en-US" sz="4000" b="1" dirty="0"/>
              <a:t>Key Features 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FA5EB-5219-89B9-266D-21F98D046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3370" y="2160589"/>
            <a:ext cx="8196943" cy="3880773"/>
          </a:xfrm>
        </p:spPr>
        <p:txBody>
          <a:bodyPr>
            <a:normAutofit/>
          </a:bodyPr>
          <a:lstStyle/>
          <a:p>
            <a:r>
              <a:rPr lang="en-US" sz="3600" dirty="0"/>
              <a:t>Mood Tracking (emoji-based)</a:t>
            </a:r>
          </a:p>
          <a:p>
            <a:r>
              <a:rPr lang="en-US" sz="3600" dirty="0"/>
              <a:t>Daily Diary Entries</a:t>
            </a:r>
          </a:p>
          <a:p>
            <a:r>
              <a:rPr lang="en-US" sz="3600" dirty="0"/>
              <a:t>Mood Analytics (charts)</a:t>
            </a:r>
          </a:p>
          <a:p>
            <a:r>
              <a:rPr lang="en-US" sz="3600" dirty="0"/>
              <a:t>Calendar View</a:t>
            </a:r>
          </a:p>
          <a:p>
            <a:r>
              <a:rPr lang="en-US" sz="3600" dirty="0"/>
              <a:t>Thoughtful UI Design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629019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02E06-81CE-062A-FE74-68504D9E7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6542"/>
            <a:ext cx="8596668" cy="743857"/>
          </a:xfrm>
        </p:spPr>
        <p:txBody>
          <a:bodyPr>
            <a:normAutofit/>
          </a:bodyPr>
          <a:lstStyle/>
          <a:p>
            <a:r>
              <a:rPr lang="en-US" sz="4000" b="1" dirty="0"/>
              <a:t>System Architecture 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7A2DF-242F-8E12-D47E-6E5B8E2D3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547257"/>
            <a:ext cx="7673802" cy="3494105"/>
          </a:xfrm>
        </p:spPr>
        <p:txBody>
          <a:bodyPr>
            <a:normAutofit/>
          </a:bodyPr>
          <a:lstStyle/>
          <a:p>
            <a:r>
              <a:rPr lang="en-US" sz="3600" dirty="0"/>
              <a:t>User interacts with mobile app</a:t>
            </a:r>
          </a:p>
          <a:p>
            <a:r>
              <a:rPr lang="en-US" sz="3600" dirty="0"/>
              <a:t>App stores data in database</a:t>
            </a:r>
          </a:p>
          <a:p>
            <a:r>
              <a:rPr lang="en-US" sz="3600" dirty="0"/>
              <a:t>Data used for analytics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677424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77D18-5E5E-095C-FA89-F1FBD4CA0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14400"/>
            <a:ext cx="8596668" cy="1016000"/>
          </a:xfrm>
        </p:spPr>
        <p:txBody>
          <a:bodyPr>
            <a:normAutofit/>
          </a:bodyPr>
          <a:lstStyle/>
          <a:p>
            <a:r>
              <a:rPr lang="en-US" sz="4000" b="1" dirty="0"/>
              <a:t>Workflow 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00595-CCFA-21D0-44B5-29302E7C2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828" y="2160589"/>
            <a:ext cx="7924173" cy="3880773"/>
          </a:xfrm>
        </p:spPr>
        <p:txBody>
          <a:bodyPr>
            <a:normAutofit/>
          </a:bodyPr>
          <a:lstStyle/>
          <a:p>
            <a:r>
              <a:rPr lang="en-US" sz="3600" dirty="0"/>
              <a:t>User logs into app</a:t>
            </a:r>
          </a:p>
          <a:p>
            <a:r>
              <a:rPr lang="en-US" sz="3600" dirty="0"/>
              <a:t>Selects daily mood</a:t>
            </a:r>
          </a:p>
          <a:p>
            <a:r>
              <a:rPr lang="en-US" sz="3600" dirty="0"/>
              <a:t>Writes diary entry</a:t>
            </a:r>
          </a:p>
          <a:p>
            <a:r>
              <a:rPr lang="en-US" sz="3600" dirty="0"/>
              <a:t>Data is stored</a:t>
            </a:r>
          </a:p>
          <a:p>
            <a:r>
              <a:rPr lang="en-US" sz="3600" dirty="0"/>
              <a:t>Analytics generated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752231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0AF018-8799-397F-4CDA-FC1EDBDB5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13" y="0"/>
            <a:ext cx="8273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96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EDA93-E27F-B872-3EF9-8297B5993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Source Code Overview 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F6124-9F31-B15C-7BA4-F188DE75A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32857"/>
            <a:ext cx="8054802" cy="4408505"/>
          </a:xfrm>
        </p:spPr>
        <p:txBody>
          <a:bodyPr>
            <a:noAutofit/>
          </a:bodyPr>
          <a:lstStyle/>
          <a:p>
            <a:r>
              <a:rPr lang="en-IN" sz="3600" dirty="0"/>
              <a:t>Developed using HTML, CSS, and JavaScript</a:t>
            </a:r>
          </a:p>
          <a:p>
            <a:r>
              <a:rPr lang="en-IN" sz="3600" dirty="0"/>
              <a:t>Frontend-based mobile/web application</a:t>
            </a:r>
          </a:p>
          <a:p>
            <a:r>
              <a:rPr lang="en-IN" sz="3600" dirty="0"/>
              <a:t>Uses </a:t>
            </a:r>
            <a:r>
              <a:rPr lang="en-IN" sz="3600" dirty="0" err="1"/>
              <a:t>localStorage</a:t>
            </a:r>
            <a:r>
              <a:rPr lang="en-IN" sz="3600" dirty="0"/>
              <a:t> for data storage</a:t>
            </a:r>
          </a:p>
        </p:txBody>
      </p:sp>
    </p:spTree>
    <p:extLst>
      <p:ext uri="{BB962C8B-B14F-4D97-AF65-F5344CB8AC3E}">
        <p14:creationId xmlns:p14="http://schemas.microsoft.com/office/powerpoint/2010/main" val="1154467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8CF4D8-9E12-005C-2480-E6C8663A5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21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2FCE1-29AF-3E22-B774-DEC3D9E55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97280"/>
            <a:ext cx="8596668" cy="45719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Includes multiple modules 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871B1-1F2F-48C7-2119-0CE31010A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1486" y="2057400"/>
            <a:ext cx="8272516" cy="3983962"/>
          </a:xfrm>
        </p:spPr>
        <p:txBody>
          <a:bodyPr>
            <a:normAutofit/>
          </a:bodyPr>
          <a:lstStyle/>
          <a:p>
            <a:pPr lvl="3">
              <a:buFont typeface="Wingdings" panose="05000000000000000000" pitchFamily="2" charset="2"/>
              <a:buChar char="§"/>
            </a:pPr>
            <a:r>
              <a:rPr lang="en-US" sz="3200" dirty="0"/>
              <a:t>Login 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3200" dirty="0"/>
              <a:t>Mood Selection 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3200" dirty="0"/>
              <a:t>Dairy Entry 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3200" dirty="0"/>
              <a:t>History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3200" dirty="0"/>
              <a:t>Analytics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31578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7EA09-3089-2EEB-2D49-13FC8FBB2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99456"/>
            <a:ext cx="8596668" cy="830943"/>
          </a:xfrm>
        </p:spPr>
        <p:txBody>
          <a:bodyPr>
            <a:normAutofit/>
          </a:bodyPr>
          <a:lstStyle/>
          <a:p>
            <a:r>
              <a:rPr lang="en-US" sz="4000" b="1" dirty="0"/>
              <a:t>Login Module 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BFF36-D151-BC75-E619-CEF471F1F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114" y="2160589"/>
            <a:ext cx="7760888" cy="3880773"/>
          </a:xfrm>
        </p:spPr>
        <p:txBody>
          <a:bodyPr>
            <a:normAutofit/>
          </a:bodyPr>
          <a:lstStyle/>
          <a:p>
            <a:r>
              <a:rPr lang="en-US" sz="3200" dirty="0"/>
              <a:t>User enters username and password</a:t>
            </a:r>
          </a:p>
          <a:p>
            <a:r>
              <a:rPr lang="en-US" sz="3200" dirty="0"/>
              <a:t>Basic validation is applied</a:t>
            </a:r>
          </a:p>
          <a:p>
            <a:r>
              <a:rPr lang="en-US" sz="3200" dirty="0"/>
              <a:t>Data stored using </a:t>
            </a:r>
            <a:r>
              <a:rPr lang="en-US" sz="3200" dirty="0" err="1"/>
              <a:t>localStorage</a:t>
            </a:r>
            <a:endParaRPr lang="en-US" sz="3200" dirty="0"/>
          </a:p>
          <a:p>
            <a:r>
              <a:rPr lang="en-US" sz="3200" dirty="0"/>
              <a:t>Redirects to welcome page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34576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D50C21-88DF-96FF-4D80-E31FFFEAB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427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738469-56E1-7EEF-07DC-394A9BFB9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44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52DB-FA89-5B6E-A5EF-667DB493D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79714"/>
            <a:ext cx="8596668" cy="950686"/>
          </a:xfrm>
        </p:spPr>
        <p:txBody>
          <a:bodyPr>
            <a:normAutofit/>
          </a:bodyPr>
          <a:lstStyle/>
          <a:p>
            <a:r>
              <a:rPr lang="en-US" sz="4000" b="1" dirty="0"/>
              <a:t>Mood Selection Module 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F24E7-28F8-3C6B-A584-6503E6D6A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514" y="2160589"/>
            <a:ext cx="7989488" cy="3880773"/>
          </a:xfrm>
        </p:spPr>
        <p:txBody>
          <a:bodyPr>
            <a:normAutofit/>
          </a:bodyPr>
          <a:lstStyle/>
          <a:p>
            <a:r>
              <a:rPr lang="en-US" sz="3200" dirty="0"/>
              <a:t>User selects mood using buttons</a:t>
            </a:r>
          </a:p>
          <a:p>
            <a:r>
              <a:rPr lang="en-US" sz="3200" dirty="0"/>
              <a:t>Moods include:</a:t>
            </a:r>
          </a:p>
          <a:p>
            <a:r>
              <a:rPr lang="en-US" sz="3200" dirty="0"/>
              <a:t>Happy, Sad, Angry, Excited, Tired, Neutral</a:t>
            </a:r>
          </a:p>
          <a:p>
            <a:r>
              <a:rPr lang="en-US" sz="3200" dirty="0"/>
              <a:t>Selected mood stored temporarily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44227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CD2FB5-E13C-392C-1342-59671E459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79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D85DB-B3F1-8D84-BAD5-702C554E9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Dairy Entry module 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C238E-E10E-6E3F-DFB8-327A8B77E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0086" y="1469571"/>
            <a:ext cx="8043916" cy="4571791"/>
          </a:xfrm>
        </p:spPr>
        <p:txBody>
          <a:bodyPr>
            <a:noAutofit/>
          </a:bodyPr>
          <a:lstStyle/>
          <a:p>
            <a:r>
              <a:rPr lang="en-US" sz="3600" dirty="0"/>
              <a:t>User writes daily thoughts</a:t>
            </a:r>
          </a:p>
          <a:p>
            <a:r>
              <a:rPr lang="en-US" sz="3600" dirty="0"/>
              <a:t>Entry includes:</a:t>
            </a:r>
          </a:p>
          <a:p>
            <a:r>
              <a:rPr lang="en-US" sz="3600" dirty="0"/>
              <a:t>Username</a:t>
            </a:r>
          </a:p>
          <a:p>
            <a:r>
              <a:rPr lang="en-US" sz="3600" dirty="0"/>
              <a:t>Mood</a:t>
            </a:r>
          </a:p>
          <a:p>
            <a:r>
              <a:rPr lang="en-US" sz="3600" dirty="0"/>
              <a:t>Text</a:t>
            </a:r>
          </a:p>
          <a:p>
            <a:r>
              <a:rPr lang="en-US" sz="3600" dirty="0"/>
              <a:t>Date</a:t>
            </a:r>
          </a:p>
          <a:p>
            <a:r>
              <a:rPr lang="en-US" sz="3600" dirty="0"/>
              <a:t>Data stored in </a:t>
            </a:r>
            <a:r>
              <a:rPr lang="en-US" sz="3600" dirty="0" err="1"/>
              <a:t>localStorage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019226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0BAC6-51D9-5890-894A-A880A0F39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30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D4ABE-72FB-5989-7E9B-007C1817A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88570"/>
            <a:ext cx="8596668" cy="841829"/>
          </a:xfrm>
        </p:spPr>
        <p:txBody>
          <a:bodyPr>
            <a:normAutofit/>
          </a:bodyPr>
          <a:lstStyle/>
          <a:p>
            <a:r>
              <a:rPr lang="en-US" sz="4000" b="1" dirty="0"/>
              <a:t>History Module 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DCC72-96A4-0B2F-E2D3-2F8F132FE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286" y="2253343"/>
            <a:ext cx="7586716" cy="3788019"/>
          </a:xfrm>
        </p:spPr>
        <p:txBody>
          <a:bodyPr>
            <a:normAutofit/>
          </a:bodyPr>
          <a:lstStyle/>
          <a:p>
            <a:r>
              <a:rPr lang="en-US" sz="3600" dirty="0"/>
              <a:t>Displays previous entries</a:t>
            </a:r>
          </a:p>
          <a:p>
            <a:r>
              <a:rPr lang="en-US" sz="3600" dirty="0"/>
              <a:t>Shows mood history</a:t>
            </a:r>
          </a:p>
          <a:p>
            <a:r>
              <a:rPr lang="en-US" sz="3600" dirty="0"/>
              <a:t>Data retrieved from </a:t>
            </a:r>
            <a:r>
              <a:rPr lang="en-US" sz="3600" dirty="0" err="1"/>
              <a:t>localStorage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012050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39BD93-304D-5ED4-4E04-089F91CDD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98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513B-3871-D2B3-BBC7-38EE7137A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43000"/>
            <a:ext cx="8596668" cy="787400"/>
          </a:xfrm>
        </p:spPr>
        <p:txBody>
          <a:bodyPr>
            <a:normAutofit/>
          </a:bodyPr>
          <a:lstStyle/>
          <a:p>
            <a:r>
              <a:rPr lang="en-US" sz="4000" b="1" dirty="0"/>
              <a:t>Analytics Module 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3B374-0F15-F075-190F-9B7C03B8B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942" y="2492829"/>
            <a:ext cx="7935059" cy="3548533"/>
          </a:xfrm>
        </p:spPr>
        <p:txBody>
          <a:bodyPr>
            <a:normAutofit/>
          </a:bodyPr>
          <a:lstStyle/>
          <a:p>
            <a:r>
              <a:rPr lang="en-US" sz="3600" dirty="0"/>
              <a:t>Displays mood data using chart</a:t>
            </a:r>
          </a:p>
          <a:p>
            <a:r>
              <a:rPr lang="en-US" sz="3600" dirty="0"/>
              <a:t>Counts frequency of each mood</a:t>
            </a:r>
          </a:p>
          <a:p>
            <a:r>
              <a:rPr lang="en-US" sz="3600" dirty="0"/>
              <a:t>Uses HTML canvas for visualization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451485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8C0BB7-F7DC-0C5F-BC3C-294FC3414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17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3A1A6-03BD-603D-F2BE-3CA2EAC50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47056"/>
            <a:ext cx="8596668" cy="983343"/>
          </a:xfrm>
        </p:spPr>
        <p:txBody>
          <a:bodyPr>
            <a:normAutofit/>
          </a:bodyPr>
          <a:lstStyle/>
          <a:p>
            <a:r>
              <a:rPr lang="en-US" sz="4000" b="1" dirty="0"/>
              <a:t>Data Storage 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070DD-C392-5DFC-A1AF-CF0C800F4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4" y="2416629"/>
            <a:ext cx="8218088" cy="3624733"/>
          </a:xfrm>
        </p:spPr>
        <p:txBody>
          <a:bodyPr>
            <a:normAutofit/>
          </a:bodyPr>
          <a:lstStyle/>
          <a:p>
            <a:r>
              <a:rPr lang="en-US" sz="3600" dirty="0"/>
              <a:t>Uses browser </a:t>
            </a:r>
            <a:r>
              <a:rPr lang="en-US" sz="3600" dirty="0" err="1"/>
              <a:t>localStorage</a:t>
            </a:r>
            <a:endParaRPr lang="en-US" sz="3600" dirty="0"/>
          </a:p>
          <a:p>
            <a:r>
              <a:rPr lang="en-US" sz="3600" dirty="0"/>
              <a:t>Stores data in JSON format</a:t>
            </a:r>
          </a:p>
          <a:p>
            <a:r>
              <a:rPr lang="en-US" sz="3600" dirty="0"/>
              <a:t>Easy retrieval and update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5381510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41054C-72B5-B47D-ADEC-53390C1C1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7457" y="0"/>
            <a:ext cx="92528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456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CF3E8-931C-CB39-6024-34BE86472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43000"/>
            <a:ext cx="8596668" cy="787400"/>
          </a:xfrm>
        </p:spPr>
        <p:txBody>
          <a:bodyPr>
            <a:normAutofit/>
          </a:bodyPr>
          <a:lstStyle/>
          <a:p>
            <a:r>
              <a:rPr lang="en-US" sz="4000" b="1" dirty="0"/>
              <a:t>Conclusion 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80EEC-2A45-A62C-8CB6-3870AA411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628" y="2383971"/>
            <a:ext cx="8381373" cy="3657391"/>
          </a:xfrm>
        </p:spPr>
        <p:txBody>
          <a:bodyPr>
            <a:normAutofit/>
          </a:bodyPr>
          <a:lstStyle/>
          <a:p>
            <a:r>
              <a:rPr lang="en-US" sz="3600" dirty="0"/>
              <a:t>Successfully developed mood tracking app</a:t>
            </a:r>
          </a:p>
          <a:p>
            <a:r>
              <a:rPr lang="en-US" sz="3600" dirty="0"/>
              <a:t>Helps users manage emotions</a:t>
            </a:r>
          </a:p>
          <a:p>
            <a:r>
              <a:rPr lang="en-US" sz="3600" dirty="0"/>
              <a:t>Useful for daily life and mental health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4464039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162A4-9C4C-26BC-9A62-BA136FC86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373086"/>
            <a:ext cx="8596668" cy="1153885"/>
          </a:xfrm>
        </p:spPr>
        <p:txBody>
          <a:bodyPr/>
          <a:lstStyle/>
          <a:p>
            <a:pPr algn="ctr"/>
            <a:r>
              <a:rPr lang="en-US" b="1" dirty="0"/>
              <a:t>Thank You		-		Any Questions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863672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78</TotalTime>
  <Words>342</Words>
  <Application>Microsoft Office PowerPoint</Application>
  <PresentationFormat>Widescreen</PresentationFormat>
  <Paragraphs>107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Trebuchet MS</vt:lpstr>
      <vt:lpstr>Wingdings</vt:lpstr>
      <vt:lpstr>Wingdings 3</vt:lpstr>
      <vt:lpstr>Facet</vt:lpstr>
      <vt:lpstr>Daily Mood Tracker Dairy  with Thoughtful UI</vt:lpstr>
      <vt:lpstr>Introduction :</vt:lpstr>
      <vt:lpstr>Objective :</vt:lpstr>
      <vt:lpstr>Problem Statement :</vt:lpstr>
      <vt:lpstr>Solution :</vt:lpstr>
      <vt:lpstr>Key Features :</vt:lpstr>
      <vt:lpstr>System Architecture :</vt:lpstr>
      <vt:lpstr>Workflow :</vt:lpstr>
      <vt:lpstr>PowerPoint Presentation</vt:lpstr>
      <vt:lpstr>Source Code Overview :</vt:lpstr>
      <vt:lpstr>PowerPoint Presentation</vt:lpstr>
      <vt:lpstr>Includes multiple modules : </vt:lpstr>
      <vt:lpstr>Login Module :</vt:lpstr>
      <vt:lpstr>PowerPoint Presentation</vt:lpstr>
      <vt:lpstr>PowerPoint Presentation</vt:lpstr>
      <vt:lpstr>Mood Selection Module :</vt:lpstr>
      <vt:lpstr>PowerPoint Presentation</vt:lpstr>
      <vt:lpstr>Dairy Entry module :</vt:lpstr>
      <vt:lpstr>PowerPoint Presentation</vt:lpstr>
      <vt:lpstr>History Module :</vt:lpstr>
      <vt:lpstr>PowerPoint Presentation</vt:lpstr>
      <vt:lpstr>Analytics Module :</vt:lpstr>
      <vt:lpstr>PowerPoint Presentation</vt:lpstr>
      <vt:lpstr>Data Storage :</vt:lpstr>
      <vt:lpstr>PowerPoint Presentation</vt:lpstr>
      <vt:lpstr>Conclusion :</vt:lpstr>
      <vt:lpstr>Thank You  -  Any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kiranmai venigalla</dc:creator>
  <cp:lastModifiedBy>kiranmai venigalla</cp:lastModifiedBy>
  <cp:revision>3</cp:revision>
  <dcterms:created xsi:type="dcterms:W3CDTF">2026-03-29T09:45:53Z</dcterms:created>
  <dcterms:modified xsi:type="dcterms:W3CDTF">2026-03-29T13:43:21Z</dcterms:modified>
</cp:coreProperties>
</file>